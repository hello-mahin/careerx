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10" r:id="rId14"/>
    <p:sldId id="312" r:id="rId15"/>
    <p:sldId id="311" r:id="rId16"/>
    <p:sldId id="313"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n Sabry" userId="255fe8c4a5abf682" providerId="LiveId" clId="{B1F50387-E1E5-4D90-AE7B-65DAFBFA3678}"/>
    <pc:docChg chg="undo custSel addSld delSld modSld sldOrd">
      <pc:chgData name="Mahin Sabry" userId="255fe8c4a5abf682" providerId="LiveId" clId="{B1F50387-E1E5-4D90-AE7B-65DAFBFA3678}" dt="2026-09-13T07:58:23.875" v="130" actId="1076"/>
      <pc:docMkLst>
        <pc:docMk/>
      </pc:docMkLst>
      <pc:sldChg chg="addSp delSp modSp mod">
        <pc:chgData name="Mahin Sabry" userId="255fe8c4a5abf682" providerId="LiveId" clId="{B1F50387-E1E5-4D90-AE7B-65DAFBFA3678}" dt="2026-09-13T07:24:02.169" v="70" actId="14100"/>
        <pc:sldMkLst>
          <pc:docMk/>
          <pc:sldMk cId="952317876" sldId="291"/>
        </pc:sldMkLst>
        <pc:spChg chg="del mod">
          <ac:chgData name="Mahin Sabry" userId="255fe8c4a5abf682" providerId="LiveId" clId="{B1F50387-E1E5-4D90-AE7B-65DAFBFA3678}" dt="2026-09-13T07:21:48.437" v="63" actId="21"/>
          <ac:spMkLst>
            <pc:docMk/>
            <pc:sldMk cId="952317876" sldId="291"/>
            <ac:spMk id="3" creationId="{B0B023FA-CFEB-ACE9-8425-7E72E307CDC5}"/>
          </ac:spMkLst>
        </pc:spChg>
        <pc:graphicFrameChg chg="modGraphic">
          <ac:chgData name="Mahin Sabry" userId="255fe8c4a5abf682" providerId="LiveId" clId="{B1F50387-E1E5-4D90-AE7B-65DAFBFA3678}" dt="2026-09-13T07:21:24.581" v="56" actId="20577"/>
          <ac:graphicFrameMkLst>
            <pc:docMk/>
            <pc:sldMk cId="952317876" sldId="291"/>
            <ac:graphicFrameMk id="96" creationId="{00000000-0000-0000-0000-000000000000}"/>
          </ac:graphicFrameMkLst>
        </pc:graphicFrameChg>
        <pc:picChg chg="add mod">
          <ac:chgData name="Mahin Sabry" userId="255fe8c4a5abf682" providerId="LiveId" clId="{B1F50387-E1E5-4D90-AE7B-65DAFBFA3678}" dt="2026-09-13T07:24:02.169" v="70" actId="14100"/>
          <ac:picMkLst>
            <pc:docMk/>
            <pc:sldMk cId="952317876" sldId="291"/>
            <ac:picMk id="5" creationId="{6620D327-71AF-ABC1-EDDF-B5DD60A486F9}"/>
          </ac:picMkLst>
        </pc:picChg>
        <pc:picChg chg="del">
          <ac:chgData name="Mahin Sabry" userId="255fe8c4a5abf682" providerId="LiveId" clId="{B1F50387-E1E5-4D90-AE7B-65DAFBFA3678}" dt="2026-09-13T07:21:57.057" v="64" actId="478"/>
          <ac:picMkLst>
            <pc:docMk/>
            <pc:sldMk cId="952317876" sldId="291"/>
            <ac:picMk id="98" creationId="{00000000-0000-0000-0000-000000000000}"/>
          </ac:picMkLst>
        </pc:picChg>
      </pc:sldChg>
      <pc:sldChg chg="addSp delSp modSp mod">
        <pc:chgData name="Mahin Sabry" userId="255fe8c4a5abf682" providerId="LiveId" clId="{B1F50387-E1E5-4D90-AE7B-65DAFBFA3678}" dt="2026-09-13T07:34:27.199" v="76" actId="1076"/>
        <pc:sldMkLst>
          <pc:docMk/>
          <pc:sldMk cId="1316545553" sldId="296"/>
        </pc:sldMkLst>
        <pc:picChg chg="add mod">
          <ac:chgData name="Mahin Sabry" userId="255fe8c4a5abf682" providerId="LiveId" clId="{B1F50387-E1E5-4D90-AE7B-65DAFBFA3678}" dt="2026-09-13T07:34:27.199" v="76" actId="1076"/>
          <ac:picMkLst>
            <pc:docMk/>
            <pc:sldMk cId="1316545553" sldId="296"/>
            <ac:picMk id="4" creationId="{702B9C86-A625-CAD3-8EA1-A2DD41C75FA2}"/>
          </ac:picMkLst>
        </pc:picChg>
        <pc:picChg chg="del">
          <ac:chgData name="Mahin Sabry" userId="255fe8c4a5abf682" providerId="LiveId" clId="{B1F50387-E1E5-4D90-AE7B-65DAFBFA3678}" dt="2026-09-13T07:33:38.733" v="71" actId="478"/>
          <ac:picMkLst>
            <pc:docMk/>
            <pc:sldMk cId="1316545553" sldId="296"/>
            <ac:picMk id="5" creationId="{5DC7512A-0AA7-CC22-D1D2-C738BF12660E}"/>
          </ac:picMkLst>
        </pc:picChg>
      </pc:sldChg>
      <pc:sldChg chg="addSp delSp modSp mod">
        <pc:chgData name="Mahin Sabry" userId="255fe8c4a5abf682" providerId="LiveId" clId="{B1F50387-E1E5-4D90-AE7B-65DAFBFA3678}" dt="2026-09-13T07:35:58.317" v="78" actId="931"/>
        <pc:sldMkLst>
          <pc:docMk/>
          <pc:sldMk cId="232371894" sldId="297"/>
        </pc:sldMkLst>
        <pc:picChg chg="add mod">
          <ac:chgData name="Mahin Sabry" userId="255fe8c4a5abf682" providerId="LiveId" clId="{B1F50387-E1E5-4D90-AE7B-65DAFBFA3678}" dt="2026-09-13T07:35:58.317" v="78" actId="931"/>
          <ac:picMkLst>
            <pc:docMk/>
            <pc:sldMk cId="232371894" sldId="297"/>
            <ac:picMk id="3" creationId="{0A0B81A2-22CE-8466-52C0-656227BB1D13}"/>
          </ac:picMkLst>
        </pc:picChg>
        <pc:picChg chg="del">
          <ac:chgData name="Mahin Sabry" userId="255fe8c4a5abf682" providerId="LiveId" clId="{B1F50387-E1E5-4D90-AE7B-65DAFBFA3678}" dt="2026-09-13T07:35:50.163" v="77" actId="478"/>
          <ac:picMkLst>
            <pc:docMk/>
            <pc:sldMk cId="232371894" sldId="297"/>
            <ac:picMk id="5" creationId="{433A290A-6680-D490-E6D4-9336496B1C34}"/>
          </ac:picMkLst>
        </pc:picChg>
      </pc:sldChg>
      <pc:sldChg chg="del">
        <pc:chgData name="Mahin Sabry" userId="255fe8c4a5abf682" providerId="LiveId" clId="{B1F50387-E1E5-4D90-AE7B-65DAFBFA3678}" dt="2026-09-13T07:19:16.397" v="0" actId="47"/>
        <pc:sldMkLst>
          <pc:docMk/>
          <pc:sldMk cId="445195169" sldId="298"/>
        </pc:sldMkLst>
      </pc:sldChg>
      <pc:sldChg chg="del">
        <pc:chgData name="Mahin Sabry" userId="255fe8c4a5abf682" providerId="LiveId" clId="{B1F50387-E1E5-4D90-AE7B-65DAFBFA3678}" dt="2026-09-13T07:19:26.948" v="1" actId="47"/>
        <pc:sldMkLst>
          <pc:docMk/>
          <pc:sldMk cId="893417001" sldId="300"/>
        </pc:sldMkLst>
      </pc:sldChg>
      <pc:sldChg chg="addSp delSp modSp add del mod">
        <pc:chgData name="Mahin Sabry" userId="255fe8c4a5abf682" providerId="LiveId" clId="{B1F50387-E1E5-4D90-AE7B-65DAFBFA3678}" dt="2026-09-13T07:39:27.577" v="86" actId="1076"/>
        <pc:sldMkLst>
          <pc:docMk/>
          <pc:sldMk cId="1429961814" sldId="301"/>
        </pc:sldMkLst>
        <pc:picChg chg="del">
          <ac:chgData name="Mahin Sabry" userId="255fe8c4a5abf682" providerId="LiveId" clId="{B1F50387-E1E5-4D90-AE7B-65DAFBFA3678}" dt="2026-09-13T07:38:25.378" v="81" actId="478"/>
          <ac:picMkLst>
            <pc:docMk/>
            <pc:sldMk cId="1429961814" sldId="301"/>
            <ac:picMk id="4" creationId="{E430EE8C-8F89-5938-483F-00452050511A}"/>
          </ac:picMkLst>
        </pc:picChg>
        <pc:picChg chg="add mod">
          <ac:chgData name="Mahin Sabry" userId="255fe8c4a5abf682" providerId="LiveId" clId="{B1F50387-E1E5-4D90-AE7B-65DAFBFA3678}" dt="2026-09-13T07:39:27.577" v="86" actId="1076"/>
          <ac:picMkLst>
            <pc:docMk/>
            <pc:sldMk cId="1429961814" sldId="301"/>
            <ac:picMk id="5" creationId="{CBEA42B8-13D8-3DD3-8CE4-79B5D793E4F1}"/>
          </ac:picMkLst>
        </pc:picChg>
      </pc:sldChg>
      <pc:sldChg chg="addSp delSp modSp mod">
        <pc:chgData name="Mahin Sabry" userId="255fe8c4a5abf682" providerId="LiveId" clId="{B1F50387-E1E5-4D90-AE7B-65DAFBFA3678}" dt="2026-09-13T07:41:29.945" v="92" actId="1076"/>
        <pc:sldMkLst>
          <pc:docMk/>
          <pc:sldMk cId="3585092305" sldId="302"/>
        </pc:sldMkLst>
        <pc:picChg chg="add mod">
          <ac:chgData name="Mahin Sabry" userId="255fe8c4a5abf682" providerId="LiveId" clId="{B1F50387-E1E5-4D90-AE7B-65DAFBFA3678}" dt="2026-09-13T07:41:29.945" v="92" actId="1076"/>
          <ac:picMkLst>
            <pc:docMk/>
            <pc:sldMk cId="3585092305" sldId="302"/>
            <ac:picMk id="4" creationId="{1D6E210B-0A19-75B3-1792-055421A92C91}"/>
          </ac:picMkLst>
        </pc:picChg>
        <pc:picChg chg="del">
          <ac:chgData name="Mahin Sabry" userId="255fe8c4a5abf682" providerId="LiveId" clId="{B1F50387-E1E5-4D90-AE7B-65DAFBFA3678}" dt="2026-09-13T07:40:38.210" v="87" actId="478"/>
          <ac:picMkLst>
            <pc:docMk/>
            <pc:sldMk cId="3585092305" sldId="302"/>
            <ac:picMk id="5" creationId="{146B9DE6-C4BB-B81B-528A-B8789445C3FE}"/>
          </ac:picMkLst>
        </pc:picChg>
      </pc:sldChg>
      <pc:sldChg chg="addSp delSp modSp mod">
        <pc:chgData name="Mahin Sabry" userId="255fe8c4a5abf682" providerId="LiveId" clId="{B1F50387-E1E5-4D90-AE7B-65DAFBFA3678}" dt="2026-09-13T07:44:02.732" v="100" actId="1076"/>
        <pc:sldMkLst>
          <pc:docMk/>
          <pc:sldMk cId="2601907186" sldId="303"/>
        </pc:sldMkLst>
        <pc:picChg chg="del">
          <ac:chgData name="Mahin Sabry" userId="255fe8c4a5abf682" providerId="LiveId" clId="{B1F50387-E1E5-4D90-AE7B-65DAFBFA3678}" dt="2026-09-13T07:42:20.308" v="93" actId="478"/>
          <ac:picMkLst>
            <pc:docMk/>
            <pc:sldMk cId="2601907186" sldId="303"/>
            <ac:picMk id="4" creationId="{BA6C1B5E-405A-0E58-2397-353A88D82B9B}"/>
          </ac:picMkLst>
        </pc:picChg>
        <pc:picChg chg="add mod">
          <ac:chgData name="Mahin Sabry" userId="255fe8c4a5abf682" providerId="LiveId" clId="{B1F50387-E1E5-4D90-AE7B-65DAFBFA3678}" dt="2026-09-13T07:44:02.732" v="100" actId="1076"/>
          <ac:picMkLst>
            <pc:docMk/>
            <pc:sldMk cId="2601907186" sldId="303"/>
            <ac:picMk id="5" creationId="{1A421AC7-810C-A88E-16A0-CE21720D0EF0}"/>
          </ac:picMkLst>
        </pc:picChg>
      </pc:sldChg>
      <pc:sldChg chg="addSp delSp modSp mod">
        <pc:chgData name="Mahin Sabry" userId="255fe8c4a5abf682" providerId="LiveId" clId="{B1F50387-E1E5-4D90-AE7B-65DAFBFA3678}" dt="2026-09-13T07:57:56.220" v="125" actId="1076"/>
        <pc:sldMkLst>
          <pc:docMk/>
          <pc:sldMk cId="2833482715" sldId="307"/>
        </pc:sldMkLst>
        <pc:picChg chg="del">
          <ac:chgData name="Mahin Sabry" userId="255fe8c4a5abf682" providerId="LiveId" clId="{B1F50387-E1E5-4D90-AE7B-65DAFBFA3678}" dt="2026-09-13T07:57:26.432" v="121" actId="478"/>
          <ac:picMkLst>
            <pc:docMk/>
            <pc:sldMk cId="2833482715" sldId="307"/>
            <ac:picMk id="4" creationId="{AD88C341-1F2F-9B6F-593F-2917E7E23DCB}"/>
          </ac:picMkLst>
        </pc:picChg>
        <pc:picChg chg="add del mod">
          <ac:chgData name="Mahin Sabry" userId="255fe8c4a5abf682" providerId="LiveId" clId="{B1F50387-E1E5-4D90-AE7B-65DAFBFA3678}" dt="2026-09-13T07:52:07.159" v="120" actId="478"/>
          <ac:picMkLst>
            <pc:docMk/>
            <pc:sldMk cId="2833482715" sldId="307"/>
            <ac:picMk id="5" creationId="{A0984B55-26F2-AB82-3AF6-79B7DD584242}"/>
          </ac:picMkLst>
        </pc:picChg>
        <pc:picChg chg="add mod">
          <ac:chgData name="Mahin Sabry" userId="255fe8c4a5abf682" providerId="LiveId" clId="{B1F50387-E1E5-4D90-AE7B-65DAFBFA3678}" dt="2026-09-13T07:57:56.220" v="125" actId="1076"/>
          <ac:picMkLst>
            <pc:docMk/>
            <pc:sldMk cId="2833482715" sldId="307"/>
            <ac:picMk id="8" creationId="{34F2E8A1-8F8F-A0D6-4B98-05B3653A3AF4}"/>
          </ac:picMkLst>
        </pc:picChg>
      </pc:sldChg>
      <pc:sldChg chg="addSp delSp modSp mod">
        <pc:chgData name="Mahin Sabry" userId="255fe8c4a5abf682" providerId="LiveId" clId="{B1F50387-E1E5-4D90-AE7B-65DAFBFA3678}" dt="2026-09-13T07:58:23.875" v="130" actId="1076"/>
        <pc:sldMkLst>
          <pc:docMk/>
          <pc:sldMk cId="4175177701" sldId="308"/>
        </pc:sldMkLst>
        <pc:picChg chg="add mod">
          <ac:chgData name="Mahin Sabry" userId="255fe8c4a5abf682" providerId="LiveId" clId="{B1F50387-E1E5-4D90-AE7B-65DAFBFA3678}" dt="2026-09-13T07:58:23.875" v="130" actId="1076"/>
          <ac:picMkLst>
            <pc:docMk/>
            <pc:sldMk cId="4175177701" sldId="308"/>
            <ac:picMk id="3" creationId="{0F2D8468-302D-2C5E-25C0-D6BE5306E7C0}"/>
          </ac:picMkLst>
        </pc:picChg>
        <pc:picChg chg="del">
          <ac:chgData name="Mahin Sabry" userId="255fe8c4a5abf682" providerId="LiveId" clId="{B1F50387-E1E5-4D90-AE7B-65DAFBFA3678}" dt="2026-09-13T07:58:04.493" v="126" actId="478"/>
          <ac:picMkLst>
            <pc:docMk/>
            <pc:sldMk cId="4175177701" sldId="308"/>
            <ac:picMk id="4" creationId="{099C3698-991D-7A38-C456-893C84C23FC9}"/>
          </ac:picMkLst>
        </pc:picChg>
      </pc:sldChg>
      <pc:sldChg chg="addSp modSp add mod">
        <pc:chgData name="Mahin Sabry" userId="255fe8c4a5abf682" providerId="LiveId" clId="{B1F50387-E1E5-4D90-AE7B-65DAFBFA3678}" dt="2026-09-13T07:45:50.359" v="106" actId="1076"/>
        <pc:sldMkLst>
          <pc:docMk/>
          <pc:sldMk cId="3983890841" sldId="310"/>
        </pc:sldMkLst>
        <pc:picChg chg="add mod">
          <ac:chgData name="Mahin Sabry" userId="255fe8c4a5abf682" providerId="LiveId" clId="{B1F50387-E1E5-4D90-AE7B-65DAFBFA3678}" dt="2026-09-13T07:45:50.359" v="106" actId="1076"/>
          <ac:picMkLst>
            <pc:docMk/>
            <pc:sldMk cId="3983890841" sldId="310"/>
            <ac:picMk id="4" creationId="{6B4FEFF2-85A3-7E10-FA30-5095B1FB9577}"/>
          </ac:picMkLst>
        </pc:picChg>
      </pc:sldChg>
      <pc:sldChg chg="addSp modSp add mod">
        <pc:chgData name="Mahin Sabry" userId="255fe8c4a5abf682" providerId="LiveId" clId="{B1F50387-E1E5-4D90-AE7B-65DAFBFA3678}" dt="2026-09-13T07:48:24.292" v="114" actId="1076"/>
        <pc:sldMkLst>
          <pc:docMk/>
          <pc:sldMk cId="2172109483" sldId="311"/>
        </pc:sldMkLst>
        <pc:picChg chg="add mod">
          <ac:chgData name="Mahin Sabry" userId="255fe8c4a5abf682" providerId="LiveId" clId="{B1F50387-E1E5-4D90-AE7B-65DAFBFA3678}" dt="2026-09-13T07:48:24.292" v="114" actId="1076"/>
          <ac:picMkLst>
            <pc:docMk/>
            <pc:sldMk cId="2172109483" sldId="311"/>
            <ac:picMk id="4" creationId="{2C0CD9BA-E18D-27B5-61B8-0F15D1F0C192}"/>
          </ac:picMkLst>
        </pc:picChg>
      </pc:sldChg>
      <pc:sldChg chg="addSp modSp add mod ord">
        <pc:chgData name="Mahin Sabry" userId="255fe8c4a5abf682" providerId="LiveId" clId="{B1F50387-E1E5-4D90-AE7B-65DAFBFA3678}" dt="2026-09-13T07:47:27.997" v="111"/>
        <pc:sldMkLst>
          <pc:docMk/>
          <pc:sldMk cId="431122706" sldId="312"/>
        </pc:sldMkLst>
        <pc:picChg chg="add mod">
          <ac:chgData name="Mahin Sabry" userId="255fe8c4a5abf682" providerId="LiveId" clId="{B1F50387-E1E5-4D90-AE7B-65DAFBFA3678}" dt="2026-09-13T07:47:07.301" v="109" actId="1076"/>
          <ac:picMkLst>
            <pc:docMk/>
            <pc:sldMk cId="431122706" sldId="312"/>
            <ac:picMk id="4" creationId="{6CF01B96-22E8-4C21-5530-C904A07247EE}"/>
          </ac:picMkLst>
        </pc:picChg>
      </pc:sldChg>
      <pc:sldChg chg="addSp modSp add mod">
        <pc:chgData name="Mahin Sabry" userId="255fe8c4a5abf682" providerId="LiveId" clId="{B1F50387-E1E5-4D90-AE7B-65DAFBFA3678}" dt="2026-09-13T07:48:58.303" v="118" actId="1076"/>
        <pc:sldMkLst>
          <pc:docMk/>
          <pc:sldMk cId="1123966214" sldId="313"/>
        </pc:sldMkLst>
        <pc:picChg chg="add mod">
          <ac:chgData name="Mahin Sabry" userId="255fe8c4a5abf682" providerId="LiveId" clId="{B1F50387-E1E5-4D90-AE7B-65DAFBFA3678}" dt="2026-09-13T07:48:58.303" v="118" actId="1076"/>
          <ac:picMkLst>
            <pc:docMk/>
            <pc:sldMk cId="1123966214" sldId="313"/>
            <ac:picMk id="4" creationId="{96ED67F5-1E1E-59AF-9D67-3BC52B6EDB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AFF3FE1-6989-D428-741B-1EFDE4948E1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C3349317-29B4-36BE-9797-FEDE278DB5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18C7155-58D8-4349-F1D9-B050D00375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4460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64F58F4-6D82-12B7-CB6A-16327832CB1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3ADB6D9-0829-54A8-D480-AB2D3E5BC0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8ADB944B-AC24-8BBD-ED7F-84C0849B0F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5628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56F5172-10B4-EFCF-1BC8-059453FB3ED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A8E166F-B05A-B0BA-EDFF-DFADA612F6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B43930F-3B7D-45C9-0553-472263CED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483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95A9349-9131-883C-4F05-DF217E337BC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20078D6-6CED-7FD5-3AFA-D89A072FEA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1032F29-8FBB-AEC4-85DA-33F76218D1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0942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92773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SYED MAHIN SABRY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mahinsabry2004@gmail.com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+916263811891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Education / Career Development</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[CAREERX - Agentic AI Career Navigator]</a:t>
            </a:r>
            <a:endParaRPr lang="en-IN" sz="2400" b="1">
              <a:highlight>
                <a:srgbClr val="FFFF00"/>
              </a:highlight>
            </a:endParaRPr>
          </a:p>
        </p:txBody>
      </p:sp>
      <p:pic>
        <p:nvPicPr>
          <p:cNvPr id="5" name="Picture 4">
            <a:extLst>
              <a:ext uri="{FF2B5EF4-FFF2-40B4-BE49-F238E27FC236}">
                <a16:creationId xmlns:a16="http://schemas.microsoft.com/office/drawing/2014/main" id="{6620D327-71AF-ABC1-EDDF-B5DD60A486F9}"/>
              </a:ext>
            </a:extLst>
          </p:cNvPr>
          <p:cNvPicPr>
            <a:picLocks noChangeAspect="1"/>
          </p:cNvPicPr>
          <p:nvPr/>
        </p:nvPicPr>
        <p:blipFill>
          <a:blip r:embed="rId3"/>
          <a:stretch>
            <a:fillRect/>
          </a:stretch>
        </p:blipFill>
        <p:spPr>
          <a:xfrm rot="16200000">
            <a:off x="4037885" y="3751545"/>
            <a:ext cx="1161027" cy="87077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CAREERX </a:t>
            </a:r>
          </a:p>
          <a:p>
            <a:pPr fontAlgn="base"/>
            <a:endParaRPr lang="en-US" b="1"/>
          </a:p>
          <a:p>
            <a:pPr fontAlgn="base"/>
            <a:r>
              <a:rPr lang="en-US" b="1"/>
              <a:t>The Challenge</a:t>
            </a:r>
            <a:r>
              <a:rPr lang="en-US"/>
              <a:t> </a:t>
            </a:r>
          </a:p>
          <a:p>
            <a:pPr fontAlgn="base"/>
            <a:r>
              <a:rPr lang="en-US"/>
              <a:t>Industry hiring requirements are constantly changing, and students often struggle with diet planning, portion control, and tracking careeral intake. Information about industry requirements, specific job role skills, and necessary projects is scattered and vague. Without personalized, real-time guidance, many fail to maintain balanced diets or make informed food choices. </a:t>
            </a:r>
          </a:p>
          <a:p>
            <a:pPr fontAlgn="base"/>
            <a:endParaRPr lang="en-US"/>
          </a:p>
          <a:p>
            <a:pPr fontAlgn="base"/>
            <a:r>
              <a:rPr lang="en-US" b="1"/>
              <a:t>The Objective</a:t>
            </a:r>
            <a:r>
              <a:rPr lang="en-US"/>
              <a:t> </a:t>
            </a:r>
          </a:p>
          <a:p>
            <a:pPr fontAlgn="base"/>
            <a:r>
              <a:rPr lang="en-US"/>
              <a:t>Build an AI-powered CAREERX that delivers personalized learning insights and guidance for students, freshers, and university placement cells. The solution should: </a:t>
            </a:r>
          </a:p>
          <a:p>
            <a:pPr marL="285750" indent="-285750" fontAlgn="base">
              <a:buFont typeface="Arial" panose="020B0604020202020204" pitchFamily="34" charset="0"/>
              <a:buChar char="•"/>
            </a:pPr>
            <a:r>
              <a:rPr lang="en-US" b="1"/>
              <a:t>Personalized Learning Roadmaps – Recommend step-by-step weekly plans based on existing skills, available hours, and chosen career path. </a:t>
            </a:r>
          </a:p>
          <a:p>
            <a:pPr marL="285750" indent="-285750" fontAlgn="base">
              <a:buFont typeface="Arial" panose="020B0604020202020204" pitchFamily="34" charset="0"/>
              <a:buChar char="•"/>
            </a:pPr>
            <a:r>
              <a:rPr lang="en-US" b="1"/>
              <a:t>Career Data RAG Retrieval – Fetch and summarize industry role requirements from a curated knowledge base. </a:t>
            </a:r>
          </a:p>
          <a:p>
            <a:pPr marL="285750" indent="-285750" fontAlgn="base">
              <a:buFont typeface="Arial" panose="020B0604020202020204" pitchFamily="34" charset="0"/>
              <a:buChar char="•"/>
            </a:pPr>
            <a:r>
              <a:rPr lang="en-US" b="1"/>
              <a:t>Skill Gap Analysis – Compare student skills to industry benchmarks and provide priority-based gap analysis. </a:t>
            </a:r>
          </a:p>
          <a:p>
            <a:pPr marL="285750" indent="-285750" fontAlgn="base">
              <a:buFont typeface="Arial" panose="020B0604020202020204" pitchFamily="34" charset="0"/>
              <a:buChar char="•"/>
            </a:pPr>
            <a:r>
              <a:rPr lang="en-US" b="1"/>
              <a:t>Project Recommendation Focus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Career Research Agent (fetches career data) </a:t>
            </a:r>
          </a:p>
          <a:p>
            <a:pPr marL="285750" indent="-285750" fontAlgn="base">
              <a:buFont typeface="Arial" panose="020B0604020202020204" pitchFamily="34" charset="0"/>
              <a:buChar char="•"/>
            </a:pPr>
            <a:r>
              <a:rPr lang="en-US" b="1"/>
              <a:t>Learning Path Agent (personalized roadmaps) </a:t>
            </a:r>
          </a:p>
          <a:p>
            <a:pPr marL="285750" indent="-285750" fontAlgn="base">
              <a:buFont typeface="Arial" panose="020B0604020202020204" pitchFamily="34" charset="0"/>
              <a:buChar char="•"/>
            </a:pPr>
            <a:r>
              <a:rPr lang="en-US" b="1"/>
              <a:t>Project &amp; Cert Agent (gap-closing recommendations) </a:t>
            </a:r>
          </a:p>
          <a:p>
            <a:pPr marL="285750" indent="-285750" fontAlgn="base">
              <a:buFont typeface="Arial" panose="020B0604020202020204" pitchFamily="34" charset="0"/>
              <a:buChar char="•"/>
            </a:pPr>
            <a:r>
              <a:rPr lang="en-US" b="1"/>
              <a:t>Skill Gap Agent (identifies missing skills) </a:t>
            </a:r>
          </a:p>
          <a:p>
            <a:pPr marL="285750" indent="-285750" fontAlgn="base">
              <a:buFont typeface="Arial" panose="020B0604020202020204" pitchFamily="34" charset="0"/>
              <a:buChar char="•"/>
            </a:pPr>
            <a:r>
              <a:rPr lang="en-US" b="1"/>
              <a:t>Visualization Dashboard – Show daily/weekly Career Match Score, priority skill gaps, and roadmap timelines.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CAREERX</a:t>
            </a:r>
          </a:p>
          <a:p>
            <a:r>
              <a:rPr lang="en-US"/>
              <a:t>The proposed solution is a multi-agent AI-powered CAREERX built using IBM Bob, IBM watsonx.ai, and Granite Models to provide personalized, real-time career guidance. The system addresses challenges in career planning, skill gap analysis, and learning roadmaps through an intelligent, modular architecture.</a:t>
            </a:r>
          </a:p>
          <a:p>
            <a:r>
              <a:rPr lang="en-US"/>
              <a:t>At its core, the solution uses a Retrieval-Augmented Generation (RAG) pipeline to fetch accurate role requirements from curated industry knowledge bases. This data is embedded and stored in a vector database, enabling the system to retrieve and summarize career competencies, skills, and projects using Granite models.</a:t>
            </a:r>
          </a:p>
          <a:p>
            <a:r>
              <a:rPr lang="en-US"/>
              <a:t>The system consists of four key agents:</a:t>
            </a:r>
          </a:p>
          <a:p>
            <a:r>
              <a:rPr lang="en-US" b="1"/>
              <a:t>Career Research Agent retrieves and summarizes careeral information using RAG. </a:t>
            </a:r>
          </a:p>
          <a:p>
            <a:r>
              <a:rPr lang="en-US" b="1"/>
              <a:t>Learning Path Agent generates personalized roadmaps based on student inputs like current skills and chosen roles. </a:t>
            </a:r>
          </a:p>
          <a:p>
            <a:r>
              <a:rPr lang="en-US" b="1"/>
              <a:t>Project &amp; Cert Agent provides project recommendations that directly close identified skill gaps. </a:t>
            </a:r>
          </a:p>
          <a:p>
            <a:r>
              <a:rPr lang="en-US" b="1"/>
              <a:t>Skill Gap Agent allows users to analyze their profile and instantly receive actionable skill gap analysis. </a:t>
            </a:r>
          </a:p>
          <a:p>
            <a:r>
              <a:rPr lang="en-US"/>
              <a:t>The solution includes a user-friendly dashboard (built with Streamlit or React) that visualizes Career Match Score, priority skill gaps, and roadmap timelines.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end-to-end intelligent career assistant that promotes better career outcomes through personalized roadmaps, gap analysis, and specific project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 It provides the infrastructure to build, deploy, and scale the CAREERX efficiently. IBM Cloud enables a reliable, secure, and scalable environment for deploying the CAREERX.</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RAG to fetch real data first, then generate intelligent answers, making the CAREERX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(FAISS/Chroma) – For RAG-based careeral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702B9C86-A625-CAD3-8EA1-A2DD41C75FA2}"/>
              </a:ext>
            </a:extLst>
          </p:cNvPr>
          <p:cNvPicPr>
            <a:picLocks noChangeAspect="1"/>
          </p:cNvPicPr>
          <p:nvPr/>
        </p:nvPicPr>
        <p:blipFill>
          <a:blip r:embed="rId3"/>
          <a:stretch>
            <a:fillRect/>
          </a:stretch>
        </p:blipFill>
        <p:spPr>
          <a:xfrm>
            <a:off x="1142016" y="820547"/>
            <a:ext cx="10609006" cy="603745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0B81A2-22CE-8466-52C0-656227BB1D13}"/>
              </a:ext>
            </a:extLst>
          </p:cNvPr>
          <p:cNvPicPr>
            <a:picLocks noChangeAspect="1"/>
          </p:cNvPicPr>
          <p:nvPr/>
        </p:nvPicPr>
        <p:blipFill>
          <a:blip r:embed="rId2"/>
          <a:stretch>
            <a:fillRect/>
          </a:stretch>
        </p:blipFill>
        <p:spPr>
          <a:xfrm>
            <a:off x="0" y="23253"/>
            <a:ext cx="12192000" cy="681149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CAREERX</a:t>
            </a:r>
          </a:p>
          <a:p>
            <a:r>
              <a:rPr lang="en-US" b="1"/>
              <a:t>Agentic AI enables the CAREERX to function as an intelligent, autonomous system rather than a simple chatbot. Using IBM watsonx.ai and IBM Granite models, it coordinates multiple specialized agents to deliver personalized career guidance.</a:t>
            </a:r>
          </a:p>
          <a:p>
            <a:r>
              <a:rPr lang="en-US"/>
              <a:t>Each agent performs a specific role—such as retrieving careeral data, generating diet plans, providing health advice, and analyzing food logs—while working collaboratively. This multi-agent approach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smart digital careerist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CBEA42B8-13D8-3DD3-8CE4-79B5D793E4F1}"/>
              </a:ext>
            </a:extLst>
          </p:cNvPr>
          <p:cNvPicPr>
            <a:picLocks noChangeAspect="1"/>
          </p:cNvPicPr>
          <p:nvPr/>
        </p:nvPicPr>
        <p:blipFill>
          <a:blip r:embed="rId3"/>
          <a:stretch>
            <a:fillRect/>
          </a:stretch>
        </p:blipFill>
        <p:spPr>
          <a:xfrm>
            <a:off x="285135" y="621075"/>
            <a:ext cx="11621729" cy="624432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1D6E210B-0A19-75B3-1792-055421A92C91}"/>
              </a:ext>
            </a:extLst>
          </p:cNvPr>
          <p:cNvPicPr>
            <a:picLocks noChangeAspect="1"/>
          </p:cNvPicPr>
          <p:nvPr/>
        </p:nvPicPr>
        <p:blipFill>
          <a:blip r:embed="rId3"/>
          <a:stretch>
            <a:fillRect/>
          </a:stretch>
        </p:blipFill>
        <p:spPr>
          <a:xfrm>
            <a:off x="286988" y="619040"/>
            <a:ext cx="11618023" cy="624840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A421AC7-810C-A88E-16A0-CE21720D0EF0}"/>
              </a:ext>
            </a:extLst>
          </p:cNvPr>
          <p:cNvPicPr>
            <a:picLocks noChangeAspect="1"/>
          </p:cNvPicPr>
          <p:nvPr/>
        </p:nvPicPr>
        <p:blipFill>
          <a:blip r:embed="rId3"/>
          <a:stretch>
            <a:fillRect/>
          </a:stretch>
        </p:blipFill>
        <p:spPr>
          <a:xfrm>
            <a:off x="290497" y="623956"/>
            <a:ext cx="11611006" cy="623856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A11C910-DFED-72A1-ECC8-6C9D6A45134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C45EAD0-50D6-9377-ED3D-B9DFB8D80E8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2170D7A3-D104-23F0-BBEA-BD79D4F0400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DC77D82-2A66-50BD-15E0-802BE0BECE90}"/>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65497D6-6FBB-5E0B-3CC9-7CBEE136D71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20C0D640-293D-1063-7796-DE1DA65F64BD}"/>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B4FEFF2-85A3-7E10-FA30-5095B1FB9577}"/>
              </a:ext>
            </a:extLst>
          </p:cNvPr>
          <p:cNvPicPr>
            <a:picLocks noChangeAspect="1"/>
          </p:cNvPicPr>
          <p:nvPr/>
        </p:nvPicPr>
        <p:blipFill>
          <a:blip r:embed="rId3"/>
          <a:stretch>
            <a:fillRect/>
          </a:stretch>
        </p:blipFill>
        <p:spPr>
          <a:xfrm>
            <a:off x="279203" y="619432"/>
            <a:ext cx="11633593" cy="6238568"/>
          </a:xfrm>
          <a:prstGeom prst="rect">
            <a:avLst/>
          </a:prstGeom>
        </p:spPr>
      </p:pic>
    </p:spTree>
    <p:extLst>
      <p:ext uri="{BB962C8B-B14F-4D97-AF65-F5344CB8AC3E}">
        <p14:creationId xmlns:p14="http://schemas.microsoft.com/office/powerpoint/2010/main" val="3983890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5BB62EE-4560-A5CA-6728-43782F2659E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39257F2-41F4-F8A6-91BE-D930DCA83BF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C4441B0-0B3E-E957-BC45-DDE30C849B6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2904079-54B1-8A02-37FE-0BD8E1021D44}"/>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917FCC32-EDCE-955C-8E01-9450BF7E626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8BF7E0D-A0E5-E128-AB3B-70A60DE435AA}"/>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6CF01B96-22E8-4C21-5530-C904A07247EE}"/>
              </a:ext>
            </a:extLst>
          </p:cNvPr>
          <p:cNvPicPr>
            <a:picLocks noChangeAspect="1"/>
          </p:cNvPicPr>
          <p:nvPr/>
        </p:nvPicPr>
        <p:blipFill>
          <a:blip r:embed="rId3"/>
          <a:stretch>
            <a:fillRect/>
          </a:stretch>
        </p:blipFill>
        <p:spPr>
          <a:xfrm>
            <a:off x="0" y="626871"/>
            <a:ext cx="12192000" cy="6232738"/>
          </a:xfrm>
          <a:prstGeom prst="rect">
            <a:avLst/>
          </a:prstGeom>
        </p:spPr>
      </p:pic>
    </p:spTree>
    <p:extLst>
      <p:ext uri="{BB962C8B-B14F-4D97-AF65-F5344CB8AC3E}">
        <p14:creationId xmlns:p14="http://schemas.microsoft.com/office/powerpoint/2010/main" val="431122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56D8604-C133-5BDC-778A-06DFEB0259F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680A295-2236-CFA2-7A01-1D7A6D7CC98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7FC1783-4900-AC0E-385E-85791CB0734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6AE3891-6F2F-EDD5-F022-563F0EEDFAD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B56CAA60-1F59-7E2A-D1CA-8D963CD76D0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4FE243EC-69BF-F09D-C202-0512466E9B84}"/>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C0CD9BA-E18D-27B5-61B8-0F15D1F0C192}"/>
              </a:ext>
            </a:extLst>
          </p:cNvPr>
          <p:cNvPicPr>
            <a:picLocks noChangeAspect="1"/>
          </p:cNvPicPr>
          <p:nvPr/>
        </p:nvPicPr>
        <p:blipFill>
          <a:blip r:embed="rId3"/>
          <a:stretch>
            <a:fillRect/>
          </a:stretch>
        </p:blipFill>
        <p:spPr>
          <a:xfrm>
            <a:off x="0" y="644341"/>
            <a:ext cx="12192000" cy="6213659"/>
          </a:xfrm>
          <a:prstGeom prst="rect">
            <a:avLst/>
          </a:prstGeom>
        </p:spPr>
      </p:pic>
    </p:spTree>
    <p:extLst>
      <p:ext uri="{BB962C8B-B14F-4D97-AF65-F5344CB8AC3E}">
        <p14:creationId xmlns:p14="http://schemas.microsoft.com/office/powerpoint/2010/main" val="2172109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AF0495C-B82C-C47F-3419-3C72C1CFAD5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C1CFF05-86A6-CB85-8C61-E5AD316E9EF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F457D81-7650-C8B7-0D87-D99D5C51740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ADFC588-BE82-CA00-B5C0-8450ADB69454}"/>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71AC11D-5B91-1F76-D617-2C4BF52698E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02D5FF6-C1DB-27A9-36FB-25A92D38300E}"/>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96ED67F5-1E1E-59AF-9D67-3BC52B6EDBFC}"/>
              </a:ext>
            </a:extLst>
          </p:cNvPr>
          <p:cNvPicPr>
            <a:picLocks noChangeAspect="1"/>
          </p:cNvPicPr>
          <p:nvPr/>
        </p:nvPicPr>
        <p:blipFill>
          <a:blip r:embed="rId3"/>
          <a:stretch>
            <a:fillRect/>
          </a:stretch>
        </p:blipFill>
        <p:spPr>
          <a:xfrm>
            <a:off x="7618" y="639096"/>
            <a:ext cx="12176763" cy="6294821"/>
          </a:xfrm>
          <a:prstGeom prst="rect">
            <a:avLst/>
          </a:prstGeom>
        </p:spPr>
      </p:pic>
    </p:spTree>
    <p:extLst>
      <p:ext uri="{BB962C8B-B14F-4D97-AF65-F5344CB8AC3E}">
        <p14:creationId xmlns:p14="http://schemas.microsoft.com/office/powerpoint/2010/main" val="112396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CAREERX stands out by combining Agentic AI, RAG, and personalization into a single intelligent system.</a:t>
            </a:r>
          </a:p>
          <a:p>
            <a:endParaRPr lang="en-IN" sz="1800"/>
          </a:p>
          <a:p>
            <a:r>
              <a:rPr lang="en-IN" sz="1800" b="1"/>
              <a:t>Multi-Agent Intelligence – Instead of a single chatbot, multiple specialized agents collaborate to deliver accurate and context-aware career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 – Tailors roadmaps based on existing skills, semester, and available study hours. </a:t>
            </a:r>
          </a:p>
          <a:p>
            <a:r>
              <a:rPr lang="en-IN" sz="1800" b="1"/>
              <a:t>Real-Time Feedback Loop – Continuously adapts recommendations based on student progress and completed milestones. </a:t>
            </a:r>
          </a:p>
          <a:p>
            <a:r>
              <a:rPr lang="en-IN" sz="1800" b="1"/>
              <a:t>Multi-Modal Input – Supports clear visualization of match scores and required actions. </a:t>
            </a:r>
          </a:p>
          <a:p>
            <a:r>
              <a:rPr lang="en-IN" sz="1800" b="1"/>
              <a:t>Preventive Healthcare Focus – Connects skill gaps directly to specific projects and certifications.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smart, adaptive, and proactive career advisor,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GitHub &amp; LinkedIn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GitHub and LinkedIn to automatically fetch student projects and work experience. This will enable the CAREERX to provide more accurate skill gap analysis based on verified, up-to-date user credentials.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2.Real-Time Job Market Scraping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integrations with live job portals (like LinkedIn/Indeed) to keep data fresh. Users can ensure that the knowledge base dynamically updates with the latest hiring trends, so roadmaps reflect the most current industry demands.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8" name="Picture 7">
            <a:extLst>
              <a:ext uri="{FF2B5EF4-FFF2-40B4-BE49-F238E27FC236}">
                <a16:creationId xmlns:a16="http://schemas.microsoft.com/office/drawing/2014/main" id="{34F2E8A1-8F8F-A0D6-4B98-05B3653A3AF4}"/>
              </a:ext>
            </a:extLst>
          </p:cNvPr>
          <p:cNvPicPr>
            <a:picLocks noChangeAspect="1"/>
          </p:cNvPicPr>
          <p:nvPr/>
        </p:nvPicPr>
        <p:blipFill>
          <a:blip r:embed="rId2"/>
          <a:stretch>
            <a:fillRect/>
          </a:stretch>
        </p:blipFill>
        <p:spPr>
          <a:xfrm>
            <a:off x="1946787" y="1170001"/>
            <a:ext cx="8131434" cy="568799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0F2D8468-302D-2C5E-25C0-D6BE5306E7C0}"/>
              </a:ext>
            </a:extLst>
          </p:cNvPr>
          <p:cNvPicPr>
            <a:picLocks noChangeAspect="1"/>
          </p:cNvPicPr>
          <p:nvPr/>
        </p:nvPicPr>
        <p:blipFill>
          <a:blip r:embed="rId2"/>
          <a:stretch>
            <a:fillRect/>
          </a:stretch>
        </p:blipFill>
        <p:spPr>
          <a:xfrm>
            <a:off x="1674245" y="1135535"/>
            <a:ext cx="8520557" cy="572246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1407</Words>
  <Application>Microsoft Office PowerPoint</Application>
  <PresentationFormat>Widescreen</PresentationFormat>
  <Paragraphs>159</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Mahin Sabry</cp:lastModifiedBy>
  <cp:revision>2</cp:revision>
  <dcterms:created xsi:type="dcterms:W3CDTF">2025-07-08T05:06:56Z</dcterms:created>
  <dcterms:modified xsi:type="dcterms:W3CDTF">2026-09-13T07:58:31Z</dcterms:modified>
</cp:coreProperties>
</file>